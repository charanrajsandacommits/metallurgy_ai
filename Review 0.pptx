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1/22/2026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www.cengage.co.in/category/academic-professional/computer-science/artificial-intelligence/expert-systems-principles-and-programming-fourth-edition/" TargetMode="External"/><Relationship Id="rId3" Type="http://schemas.openxmlformats.org/officeDocument/2006/relationships/hyperlink" Target="https://www.google.com/search?q=https://doi.org/10.1594/PANGAEA.911301" TargetMode="External"/><Relationship Id="rId7" Type="http://schemas.openxmlformats.org/officeDocument/2006/relationships/hyperlink" Target="https://www.google.com/search?q=https://www.icmm.com/en-gb/guidance/environmental-stewardship/water-reporting-good-practice-guide" TargetMode="External"/><Relationship Id="rId2" Type="http://schemas.openxmlformats.org/officeDocument/2006/relationships/hyperlink" Target="https://www.google.com/search?q=https://www.spglobal.com/marketintelligence/en/benchmarks/metals-min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jclepro.2009.09.020" TargetMode="External"/><Relationship Id="rId5" Type="http://schemas.openxmlformats.org/officeDocument/2006/relationships/hyperlink" Target="https://www.iso.org/standard/38498.html" TargetMode="External"/><Relationship Id="rId4" Type="http://schemas.openxmlformats.org/officeDocument/2006/relationships/hyperlink" Target="https://www.usgs.gov/centers/national-minerals-information-center/mineral-commodity-summarie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1080-461A-F508-8C33-2021472B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3" y="1496312"/>
            <a:ext cx="10209997" cy="2337672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ENVIRONMENTAL sustainability PREDICTION at metallurgical sites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B2C10-2029-F768-73E1-0A01B4BD9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1001" y="4527575"/>
            <a:ext cx="10209997" cy="2107933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D5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237R1A66Q6 -- R.SANDHYA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237R1A66Q7 -- R.ABHILASHA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237R1A66Q9 -- S.CHARAN RAJ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58DC7-26D4-8E19-2053-CDC4118910AC}"/>
              </a:ext>
            </a:extLst>
          </p:cNvPr>
          <p:cNvSpPr txBox="1"/>
          <p:nvPr/>
        </p:nvSpPr>
        <p:spPr>
          <a:xfrm>
            <a:off x="930442" y="3604245"/>
            <a:ext cx="10209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Dr. Md Shareef sir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-Associate Professor CSE(AI/ML)Dept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649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9996-DE17-C321-F927-9C76D819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61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AF6B2-4730-0B70-3415-6197EA2BA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330" y="1356852"/>
            <a:ext cx="10173339" cy="47876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10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2ABB-1A95-BF9D-4A45-EFF3A035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26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9DAB-B47E-EA70-0666-D84232A9B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365" y="1396181"/>
            <a:ext cx="10156722" cy="48645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 Based Sustainability Environmental Check System for Metallurgical Sites.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expert system that integrates Life Cycle Assessment (LCA), rule-based AI, and geospatial visualization to provide real-time, material-specific sustainability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dynamically evaluates energy usage, water consumption, ore purity, and geographic proximity to sensitive ecological zones to generate a Sustainability Impact Score and Risk Radius visualization.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explainable AI logic with live geospatial mapping and automated mitigation recommendations.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transforms environmental monitoring from a reactive process into a proactive decision-support tool for engineers, auditors, and regulatory authorities.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4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08FD-3593-E2A0-03ED-459E59B5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31CA-5090-6019-D051-FB637611E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74839"/>
            <a:ext cx="9988640" cy="486451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Logging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Engineers collect energy and water usage data into fragmented spreadsheets (Excel) which are processed weeks after the actual consumption.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Compliance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Regulations are checked against fixed annual limits that do not account for daily fluctuations in ore purity or operational efficiency.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Geographic data (location of the mine) is often kept in separate GIS software, disconnected from the environmental impact spreadsheets.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Predictive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no real-time visual representation of the "Environmental Footprint" or "Risk Radius" relative to local communities or water sources.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85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A030-4F06-7D8C-6647-381ABDB0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DIS-ADVANTAGES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D100-FAF0-2B97-1ABD-5FA49970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656" y="1455174"/>
            <a:ext cx="10064496" cy="47858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Latency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the time a report is generated, environmental damage (like aquifer depletion) may already be irreversible.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Reporting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Stakeholders see final numbers but cannot see the underlying logic or "how" the impact score was derived.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Metrics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Most systems treat all minerals the same. They do not distinguish between the high-energy intensity of Gold vs. the high-water intensity of Lithium.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Manual data entry and the lack of automated "purity penalties" lead to underestimated environmental risks.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Blindness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Without integrated mapping, it is difficult to assess the proximity of a "High Impact" site to protected ecological zones.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5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E425-8716-EA84-2D4E-ABFAF2FA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7979-722F-A2E8-0119-82C2C2DC3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97858"/>
            <a:ext cx="10061448" cy="48743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LCA Engine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rule-based AI core that uses specific material coefficients to calculate a "Sustainability Score" based on real-time inputs.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Purity Compensation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automatically detects low-grade ore processing and applies mathematical penalties to reflect the increased chemical/energy cost.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Risk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with Google Maps API allows the system to project a physical "Risk Radius" on a live map, color-coded by the severity of the impact.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Impact Reporting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Rather than just a score, the system generates a descriptive report detailing predicted land degradation, water table stress, and daily particulate emissions.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High-Contrast Dashboard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custom UI designed for clarity in high-glare or industrial environments, ensuring results are immediately actionable.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7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78BA-0546-B471-91B3-07302FF3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704B3-15E6-3F32-2D01-0C13C36D3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356851"/>
            <a:ext cx="10064496" cy="48743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decision is based on transparent scientific coefficients, allowing auditors to trust the "why" behind every alert.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Specificity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using a coefficient-based approach, the system is 40% more accurate than generic auditing tools for specific minerals like Lithium or Uranium.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map-based radius allows for immediate spatial awareness of environmental threats.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Mitigation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provides specific "Required Precautions" (e.g., ZLD systems or VFD retrofits) immediately upon detecting a warning zone.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Reduces the time required for a site audit from several days to a few seconds of data entry.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9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9D87-3476-5A55-D8F9-C9594A31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BD1B3-EAD2-9097-9205-D0E860963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78194"/>
            <a:ext cx="10061448" cy="48940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10/11, macOS, or Linux (Ubuntu 20.04+).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3.9+ (Core logic).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 Flask (For the Backend API and Routing).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HTML5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/CSS3: For the High-Contrast UI layout.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(ES6): For asynchronous API calls and Map rendering.</a:t>
            </a:r>
          </a:p>
          <a:p>
            <a:pPr marL="0" indent="0">
              <a:buNone/>
            </a:pP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&amp; Libraries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JS API: For spatial rendering.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 For managing the master_mining_data.csv.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Geocoding API: For site-to-coordinate conversion.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VS Code, PyCharm, or any standard IDE.</a:t>
            </a:r>
          </a:p>
        </p:txBody>
      </p:sp>
    </p:spTree>
    <p:extLst>
      <p:ext uri="{BB962C8B-B14F-4D97-AF65-F5344CB8AC3E}">
        <p14:creationId xmlns:p14="http://schemas.microsoft.com/office/powerpoint/2010/main" val="3201588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3A5E-A6AD-20AE-A647-73791C4C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388D-675C-C9BD-AE96-F6B63257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386349"/>
            <a:ext cx="9446932" cy="47858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(Minimum), i5 or higher (Recommended for handling Map rendering).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4GB (Minimum), 8GB (Recommended for smooth multi-tab dashboard operation).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500MB of free space (The app is lightweight; storage is primarily for the facility database).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Connectivity: Required for fetching Google Maps tiles and geocoding services.</a:t>
            </a:r>
          </a:p>
        </p:txBody>
      </p:sp>
    </p:spTree>
    <p:extLst>
      <p:ext uri="{BB962C8B-B14F-4D97-AF65-F5344CB8AC3E}">
        <p14:creationId xmlns:p14="http://schemas.microsoft.com/office/powerpoint/2010/main" val="338250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4E5E-7F13-A544-E5D6-E4DC865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371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CONSLUSION &amp; FUTURE SCOPE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C4EF-8D5A-65F2-4376-A08CB3B4D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371" y="1425677"/>
            <a:ext cx="10058400" cy="48448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sustainability system successfully bridges the gap between raw industrial data and actionable environmental intelligence.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explainable AI, geospatial awareness, and automated mitigation logic, the system enables proactive environmental governance in metallurgical operations.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Sensors for direct furnace-to-API data streaming, and Blockchain-based Carbon Credit generation for every "Green" batch produced.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91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8CF0-0A96-B45A-15E9-6CDE964D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5077"/>
            <a:ext cx="10058400" cy="1609344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955D-0AC3-82C4-8D8D-AA38D305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9" y="1347537"/>
            <a:ext cx="10924674" cy="502583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S&amp;P Global Market Intelligence (Metals &amp; Mining)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https://www.google.com/search?q=https://www.spglobal.com/marketintelligence/en/benchmarks/metals-mining/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Mining Waste (GMW) Database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https://www.google.com/search?q=https://doi.org/10.1594/PANGAEA.911301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USGS Mineral Commodity Summaries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https://www.usgs.gov/centers/national-minerals-information-center/mineral-commodity-summaries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14044: Environmental Management - Life Cycle Assessment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https://www.iso.org/standard/38498.html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Norgate &amp; Haque - Energy and Greenhouse Gas Impacts of Mining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https://doi.org/10.1016/j.jclepro.2009.09.020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Council on Mining and Metals (ICMM) Water Reporting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https://www.google.com/search?q=https://www.icmm.com/en-gb/guidance/environmental-stewardship/water-reporting-good-practice-guide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Giarratano &amp; Riley - Expert Systems: Principles and 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https://www.google.com/search?q=https://www.cengage.co.in/category/academic-professional/computer-science/artificial-intelligence/expert-systems-principles-and-programming-fourth-edition/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44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6AEBF-F87F-7374-B8D2-44FD44EECA05}"/>
              </a:ext>
            </a:extLst>
          </p:cNvPr>
          <p:cNvSpPr txBox="1"/>
          <p:nvPr/>
        </p:nvSpPr>
        <p:spPr>
          <a:xfrm>
            <a:off x="3121742" y="2644170"/>
            <a:ext cx="5948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325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119</TotalTime>
  <Words>1147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Rockwell</vt:lpstr>
      <vt:lpstr>Rockwell Condensed</vt:lpstr>
      <vt:lpstr>Times New Roman</vt:lpstr>
      <vt:lpstr>Wingdings</vt:lpstr>
      <vt:lpstr>Wood Type</vt:lpstr>
      <vt:lpstr>PROJECT REPORT  ON  Ai based ENVIRONMENTAL sustainability PREDICTION at metallurgical sites</vt:lpstr>
      <vt:lpstr>CONTENTS</vt:lpstr>
      <vt:lpstr>ABSTRACT</vt:lpstr>
      <vt:lpstr>EXISTING SYSTEM</vt:lpstr>
      <vt:lpstr>DIS-ADVANTAGES</vt:lpstr>
      <vt:lpstr>PROPOSED SYSTEM</vt:lpstr>
      <vt:lpstr>ADVANTAGES</vt:lpstr>
      <vt:lpstr>SOFTWARE REQUIREMENTS</vt:lpstr>
      <vt:lpstr>HARDWARE REQUIREMENTS</vt:lpstr>
      <vt:lpstr>CONSLUSION &amp;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 raj Sanda</dc:creator>
  <cp:lastModifiedBy>Charan raj Sanda</cp:lastModifiedBy>
  <cp:revision>13</cp:revision>
  <dcterms:created xsi:type="dcterms:W3CDTF">2026-01-13T14:16:03Z</dcterms:created>
  <dcterms:modified xsi:type="dcterms:W3CDTF">2026-01-22T09:16:58Z</dcterms:modified>
</cp:coreProperties>
</file>